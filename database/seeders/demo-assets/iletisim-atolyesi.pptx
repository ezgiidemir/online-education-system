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z="4400" b="1">
                <a:solidFill>
                  <a:srgbClr val="4D6787"/>
                </a:solidFill>
              </a:rPr>
              <a:t>Etkili Iletisim Atolyesi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tr-TR" sz="2000">
                <a:solidFill>
                  <a:srgbClr val="886F6F"/>
                </a:solidFill>
              </a:rPr>
              <a:t>Arucad Campus LMS - Egitim Materyali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rucad">
  <a:themeElements>
    <a:clrScheme name="Arucad">
      <a:dk1>
        <a:sysClr val="windowText" lastClr="000000"/>
      </a:dk1>
      <a:lt1>
        <a:sysClr val="window" lastClr="FFFFFF"/>
      </a:lt1>
      <a:dk2>
        <a:srgbClr val="4D6787"/>
      </a:dk2>
      <a:lt2>
        <a:srgbClr val="F2D388"/>
      </a:lt2>
      <a:accent1>
        <a:srgbClr val="4D6787"/>
      </a:accent1>
      <a:accent2>
        <a:srgbClr val="898AA6"/>
      </a:accent2>
      <a:accent3>
        <a:srgbClr val="94A378"/>
      </a:accent3>
      <a:accent4>
        <a:srgbClr val="F2D388"/>
      </a:accent4>
      <a:accent5>
        <a:srgbClr val="DA8359"/>
      </a:accent5>
      <a:accent6>
        <a:srgbClr val="886F6F"/>
      </a:accent6>
      <a:hlink>
        <a:srgbClr val="4D6787"/>
      </a:hlink>
      <a:folHlink>
        <a:srgbClr val="886F6F"/>
      </a:folHlink>
    </a:clrScheme>
    <a:fontScheme name="Arucad">
      <a:majorFont>
        <a:latin typeface="Calibri"/>
      </a:majorFont>
      <a:minorFont>
        <a:latin typeface="Calibri"/>
      </a:minorFont>
    </a:fontScheme>
    <a:fmtScheme name="Aruca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Arucad Campus LMS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Iletisim Atolyesi Slaytlari</dc:title>
  <dc:creator>Arucad Campus LMS</dc:creator>
</cp:coreProperties>
</file>